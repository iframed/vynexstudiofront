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Soutenance PFE : ImmoChat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Développement d’un assistant conversationnel intelligent pour une plateforme immobilière au Maroc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Objectif : Créer un chatbot IA pour plateforme immobilière marocaine</a:t>
            </a:r>
          </a:p>
          <a:p>
            <a:r>
              <a:t>• Interaction naturelle, recherche de biens, réponses juridiques</a:t>
            </a:r>
          </a:p>
          <a:p>
            <a:r>
              <a:t>• Tech stack : Spring Boot, Angular, Flask, GPT-4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 : Spring Boot (API, gestion des biens)</a:t>
            </a:r>
          </a:p>
          <a:p>
            <a:r>
              <a:t>• Frontend : Angular (interface utilisateur)</a:t>
            </a:r>
          </a:p>
          <a:p>
            <a:r>
              <a:t>• IA : Flask + GPT-4/OpenChat + LangChain</a:t>
            </a:r>
          </a:p>
          <a:p>
            <a:r>
              <a:t>• Communication : REST API + JWT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Fonctionnalités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Recherche et ajout de biens</a:t>
            </a:r>
          </a:p>
          <a:p>
            <a:r>
              <a:t>• Consultation des annonces personnelles</a:t>
            </a:r>
          </a:p>
          <a:p>
            <a:r>
              <a:t>• Réponses juridiques avec RAG (ChromaDB)</a:t>
            </a:r>
          </a:p>
          <a:p>
            <a:r>
              <a:t>• Mémoire conversationnelle (Redis)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Pipeline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Extraction de textes depuis PDF (pdfplumber)</a:t>
            </a:r>
          </a:p>
          <a:p>
            <a:r>
              <a:t>• Vectorisation (MiniLM - SentenceTransformers)</a:t>
            </a:r>
          </a:p>
          <a:p>
            <a:r>
              <a:t>• Indexation dans ChromaDB</a:t>
            </a:r>
          </a:p>
          <a:p>
            <a:r>
              <a:t>• Recherche + génération de réponse contextuelle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Authentification par JWT</a:t>
            </a:r>
          </a:p>
          <a:p>
            <a:r>
              <a:t>• Accès restreint aux données utilisateurs</a:t>
            </a:r>
          </a:p>
          <a:p>
            <a:r>
              <a:t>• Propagation sécurisée du token entre services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Résultats &amp;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Cas d’usage validés par tests manuels/unitaires</a:t>
            </a:r>
          </a:p>
          <a:p>
            <a:r>
              <a:t>• Réponses juridiques pertinentes</a:t>
            </a:r>
          </a:p>
          <a:p>
            <a:r>
              <a:t>• Interaction fluide et contextualisée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Modèle local plus lent qu’API GPT-4</a:t>
            </a:r>
          </a:p>
          <a:p>
            <a:r>
              <a:t>• Mise à jour manuelle des documents juridiques</a:t>
            </a:r>
          </a:p>
          <a:p>
            <a:r>
              <a:t>• Pertinence variable pour requêtes floues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Fine-tuning du modèle LLM</a:t>
            </a:r>
          </a:p>
          <a:p>
            <a:r>
              <a:t>• Veille juridique automatique</a:t>
            </a:r>
          </a:p>
          <a:p>
            <a:r>
              <a:t>• Ajout d’agents autonomes et interactions vocales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ImmoChat est un assistant IA fiable, sécurisé et intelligent</a:t>
            </a:r>
          </a:p>
          <a:p>
            <a:r>
              <a:t>• Projet complet, prêt pour déploiement évolutif</a:t>
            </a:r>
          </a:p>
          <a:p>
            <a:r>
              <a:t>• Base solide pour innovations futures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